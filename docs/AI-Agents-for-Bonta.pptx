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828800"/>
            <a:ext cx="5943600" cy="5943600"/>
          </a:xfrm>
          <a:prstGeom prst="ellipse">
            <a:avLst/>
          </a:prstGeom>
          <a:solidFill>
            <a:srgbClr val="111C33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291840"/>
            <a:ext cx="4023360" cy="4023360"/>
          </a:xfrm>
          <a:prstGeom prst="ellipse">
            <a:avLst/>
          </a:prstGeom>
          <a:solidFill>
            <a:srgbClr val="2F5BE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NGRAPH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Agents for Bonta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658368" y="35661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are, why now, and how we build them together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58368" y="5943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Ngraph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an AI agent?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14173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simply an AI you can chat with — one that also has tools.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0" y="2194560"/>
            <a:ext cx="3749040" cy="4023360"/>
          </a:xfrm>
          <a:prstGeom prst="roundRect">
            <a:avLst>
              <a:gd name="adj" fmla="val 3415"/>
            </a:avLst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0" y="25146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0" y="288036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8B0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772400" y="36118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0" y="397764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8B0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7772400" y="470916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agent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685800" y="2331720"/>
            <a:ext cx="548640" cy="548640"/>
          </a:xfrm>
          <a:prstGeom prst="ellipse">
            <a:avLst/>
          </a:prstGeom>
          <a:solidFill>
            <a:srgbClr val="2F5BEA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17320" y="228600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417320" y="2715768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and use your files and records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85800" y="3566160"/>
            <a:ext cx="548640" cy="548640"/>
          </a:xfrm>
          <a:prstGeom prst="ellipse">
            <a:avLst/>
          </a:prstGeom>
          <a:solidFill>
            <a:srgbClr val="2F5BEA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3566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17320" y="352044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Connections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417320" y="3950208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external services to pull and act on data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85800" y="4800600"/>
            <a:ext cx="548640" cy="548640"/>
          </a:xfrm>
          <a:prstGeom prst="ellipse">
            <a:avLst/>
          </a:prstGeom>
          <a:solidFill>
            <a:srgbClr val="2F5BEA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4800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417320" y="475488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Memory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417320" y="5184648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the important things you tell it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an agent can do for you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25780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5400000">
              <a:srgbClr val="B9C6DE">
                <a:alpha val="5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60120" y="1874520"/>
            <a:ext cx="566928" cy="566928"/>
          </a:xfrm>
          <a:prstGeom prst="ellipse">
            <a:avLst/>
          </a:prstGeom>
          <a:solidFill>
            <a:srgbClr val="2F5BEA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874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737360" y="1938528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 on a persona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005840" y="2606040"/>
            <a:ext cx="4526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Become an expert at, say, replying to customer reviews about your restaurant.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63640" y="1554480"/>
            <a:ext cx="525780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5400000">
              <a:srgbClr val="B9C6DE">
                <a:alpha val="5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83680" y="1874520"/>
            <a:ext cx="566928" cy="566928"/>
          </a:xfrm>
          <a:prstGeom prst="ellipse">
            <a:avLst/>
          </a:prstGeom>
          <a:solidFill>
            <a:srgbClr val="2F5BEA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0" y="1874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60920" y="1938528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 your skills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6629400" y="2606040"/>
            <a:ext cx="4526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it how you do things — like running your expenses — and it repeats them.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3886200"/>
            <a:ext cx="525780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5400000">
              <a:srgbClr val="B9C6DE">
                <a:alpha val="5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60120" y="4206240"/>
            <a:ext cx="566928" cy="566928"/>
          </a:xfrm>
          <a:prstGeom prst="ellipse">
            <a:avLst/>
          </a:prstGeom>
          <a:solidFill>
            <a:srgbClr val="2F5BEA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4206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737360" y="4270248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on a schedule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005840" y="4937760"/>
            <a:ext cx="4526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a report ready for you every day before you start work.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263640" y="3886200"/>
            <a:ext cx="525780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5400000">
              <a:srgbClr val="B9C6DE">
                <a:alpha val="5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583680" y="4206240"/>
            <a:ext cx="566928" cy="566928"/>
          </a:xfrm>
          <a:prstGeom prst="ellipse">
            <a:avLst/>
          </a:prstGeom>
          <a:solidFill>
            <a:srgbClr val="2F5BEA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0" y="4206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360920" y="4270248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 as a team agent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629400" y="4937760"/>
            <a:ext cx="4526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to everyone in the company through Line or Slack.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111C3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E8B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payoff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agents become your intellectual property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283464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111C33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971800"/>
            <a:ext cx="10149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· Persona · Skills · Scheduled tasks</a:t>
            </a:r>
            <a:endParaRPr lang="en-US" sz="1900" dirty="0"/>
          </a:p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pieces we build for Bonta are specific to Bonta — and they belong to you.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40080" y="466344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B0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 repetitive, mundane work. </a:t>
            </a:r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Everyone operates more efficiently.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 vs. a few years ago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40080" y="1508760"/>
            <a:ext cx="5257800" cy="4754880"/>
          </a:xfrm>
          <a:prstGeom prst="roundRect">
            <a:avLst>
              <a:gd name="adj" fmla="val 1923"/>
            </a:avLst>
          </a:prstGeom>
          <a:solidFill>
            <a:srgbClr val="F4F7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7830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FEW YEARS AGO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22402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built Bonta an app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2926080"/>
            <a:ext cx="475488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–"/>
            </a:pPr>
            <a:r>
              <a:rPr lang="en-US" sz="16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did only what Shingo and I built, based on Bonta's needs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–"/>
            </a:pPr>
            <a:r>
              <a:rPr lang="en-US" sz="16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Bonta could only request features — and wait for us to build them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63640" y="1508760"/>
            <a:ext cx="5257800" cy="4754880"/>
          </a:xfrm>
          <a:prstGeom prst="roundRect">
            <a:avLst>
              <a:gd name="adj" fmla="val 1923"/>
            </a:avLst>
          </a:prstGeom>
          <a:solidFill>
            <a:srgbClr val="1B2A4A"/>
          </a:solidFill>
          <a:ln/>
        </p:spPr>
      </p:sp>
      <p:sp>
        <p:nvSpPr>
          <p:cNvPr id="8" name="Text 6"/>
          <p:cNvSpPr/>
          <p:nvPr/>
        </p:nvSpPr>
        <p:spPr>
          <a:xfrm>
            <a:off x="6537960" y="17830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B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37960" y="22402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build agents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537960" y="2926080"/>
            <a:ext cx="475488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–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first they do what we set up, based on Bonta's needs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–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Bonta can build new capabilities too — we'll teach you how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Ngraph's ongoing role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13258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stay alongside Bonta as the agents grow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108813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624328"/>
            <a:ext cx="566928" cy="566928"/>
          </a:xfrm>
          <a:prstGeom prst="ellipse">
            <a:avLst/>
          </a:prstGeom>
          <a:solidFill>
            <a:srgbClr val="2F5BEA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6243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783080" y="251460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206240" y="2514600"/>
            <a:ext cx="7040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build new capabilities as they're needed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3657600"/>
            <a:ext cx="108813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0120" y="3950208"/>
            <a:ext cx="566928" cy="566928"/>
          </a:xfrm>
          <a:prstGeom prst="ellipse">
            <a:avLst/>
          </a:prstGeom>
          <a:solidFill>
            <a:srgbClr val="E8B04B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39502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783080" y="384048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206240" y="3840480"/>
            <a:ext cx="7040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monitor guardrails so the agents and their data stay secure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" y="4983480"/>
            <a:ext cx="108813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0120" y="5276088"/>
            <a:ext cx="566928" cy="566928"/>
          </a:xfrm>
          <a:prstGeom prst="ellipse">
            <a:avLst/>
          </a:prstGeom>
          <a:solidFill>
            <a:srgbClr val="2F5BEA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52760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783080" y="516636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Improve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206240" y="5166360"/>
            <a:ext cx="7040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agents and tools as newer technology arrives, so Bonta keeps getting more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2286000"/>
            <a:ext cx="6400800" cy="6400800"/>
          </a:xfrm>
          <a:prstGeom prst="ellipse">
            <a:avLst/>
          </a:prstGeom>
          <a:solidFill>
            <a:srgbClr val="2F5BE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46888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build Bonta's agents.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58368" y="365760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Repetitive work handled. Your team freed to do more. Capabilities that are yours to keep.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58368" y="5852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Ngraph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Agents for Bonta</dc:title>
  <dc:subject>PptxGenJS Presentation</dc:subject>
  <dc:creator>Ngraph</dc:creator>
  <cp:lastModifiedBy>Ngraph</cp:lastModifiedBy>
  <cp:revision>1</cp:revision>
  <dcterms:created xsi:type="dcterms:W3CDTF">2026-07-14T23:26:03Z</dcterms:created>
  <dcterms:modified xsi:type="dcterms:W3CDTF">2026-07-14T23:26:03Z</dcterms:modified>
</cp:coreProperties>
</file>